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16CD-B594-5E16-5003-38BCE2D92F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3424B-58C5-1725-37AA-60F49E0A6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9F6F6-04E9-9398-2D49-2150B802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F12CD-793A-7B21-029E-E7C7F0F2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F6DFB-4F98-4FB5-1D03-8A5463044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5292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BF50-3FD6-E598-D37F-56AEC8080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520CA-9ABA-B370-6DE0-18707A981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70DD9-8BA3-0CF0-1DA6-DA46D513E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9F1A5-0A30-B2A1-1FF9-36E94FE3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F382A-74C3-BA8A-97A0-DBF60C0F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884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1554A-BCEB-AC14-2F64-53ACE2EDC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2C2DD-E06B-1DA0-578F-45852F92F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81913-0A1D-65C7-D2FB-9A1A122F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A0CC7-4D20-F96F-1748-65C91FB76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0DFA0-E564-6220-268E-C2C5F0EE0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1073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0675-C6BC-1F07-404E-8B119579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D2CF0-B275-4A8E-8BB3-3634CFE21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26646B-9D79-C9C9-3F44-03F1D91F4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A8213-F644-3CC2-D7AA-90B9762B3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B3C25B-2110-7BFC-659A-A5D608C64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43C34-A223-D9A7-9224-2DA4E64C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3764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EC5E3-8C97-C5F4-10C8-5ABCE34C2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DF98BF-8F4D-090F-60D0-87B4BA682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CF63AE-19C6-6086-4122-9E6B80D35D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E1964-553B-EE16-44C3-5DFFBACF1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82586-9C20-1E4E-D5A1-20B9097B29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9593B-44F8-BDCF-5C1A-485BD5515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7E6DF-9422-1D48-49C1-FD7611679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56D594-CBAF-97F1-B4CB-5FC9EC0F8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1770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F086-9A17-25EE-2072-106D225E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7DF4D-45FE-60BB-BD2D-5A9E14C00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7131-58D1-AFC2-3C32-3B5582124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A3969-6A50-D17A-EFDE-CEA9475B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93802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6173F0-EC42-123A-923D-9915DCD10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F44A1E-9881-93CC-91CE-7F78752F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EE522-A81D-B0E6-FC16-6DE53BD01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886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5D967-B68F-6860-3892-9CC5EDBF0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9AF04-5EE6-4371-10CD-329BBEBAC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A4487-A324-59E4-C361-8686FC731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4CE66-EF24-51D1-87A8-DBEA1D333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A1A64-F5E4-4115-627E-5B8D57D0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A030E-72FB-0A2D-F835-96C8ED91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05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202F-0F60-0E5B-EBCE-0B520BB9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709A1A-06E8-7140-145C-5EB2AB45E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F33A1B-D35E-93DF-B97E-7E9264166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A1C91-A629-0078-D26A-D2D9AB777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B40EC-8BC0-0F7E-C4FA-31CB8A8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D4E55B-2BF0-CE85-14EC-0FFD47D90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487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4782-110B-2D06-40FD-455103117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22B9F-F36B-4422-3A4F-18F3017BB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E2E8B-0BAC-1F91-97D8-1091AD49A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D564D-A304-D336-7BAA-8D1A5794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87333-40DB-E150-9779-9C40BA67E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0801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F0DD6-CFD4-F82F-5C96-628D3508A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0B7AB-ED22-1020-83F7-A495632B1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08BB6-33A1-9099-7E74-660B6FE0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4C341-8D16-483B-1CBD-1685F4A08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34C9E-4662-1B0A-9294-A7B19478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1985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DFEA26-3396-DA90-2028-150453B17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3EC14-3FEA-5A4A-626A-4AC86E7567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4A731-F660-1627-4CAE-D6DF15C87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3A7B-62AC-4F61-AA98-5245C69E6830}" type="datetimeFigureOut">
              <a:rPr lang="en-CA" smtClean="0"/>
              <a:t>2026-04-09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7ED68-9750-137D-D2CE-6CFCE934C0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A8826-4CE8-7906-37A8-93E96EAD6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10D749-8D2D-46EA-91A5-95B220F1037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1854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9396F-64AA-16AF-EB5B-8A082A3B3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Neue Haas Grotesk Text Pro" panose="020B0504020202020204" pitchFamily="34" charset="0"/>
              </a:rPr>
              <a:t>How to Apply Pantones as RGB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ACEA9-9A6A-9B48-74F9-6F2FCC7FE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8498982" cy="3171378"/>
          </a:xfrm>
        </p:spPr>
        <p:txBody>
          <a:bodyPr>
            <a:normAutofit fontScale="77500" lnSpcReduction="20000"/>
          </a:bodyPr>
          <a:lstStyle/>
          <a:p>
            <a:r>
              <a:rPr lang="en-US" b="1">
                <a:latin typeface="Neue Haas Grotesk Text Pro" panose="020B0504020202020204" pitchFamily="34" charset="0"/>
              </a:rPr>
              <a:t>To apply to text</a:t>
            </a:r>
          </a:p>
          <a:p>
            <a:pPr marL="0" indent="0">
              <a:buNone/>
            </a:pPr>
            <a:r>
              <a:rPr lang="en-US">
                <a:latin typeface="Neue Haas Grotesk Text Pro" panose="020B0504020202020204" pitchFamily="34" charset="0"/>
              </a:rPr>
              <a:t>Highlight text, go to font color, click more colors, click the second top icon (the slider bar) enter the numbers above and you get the exact color match. </a:t>
            </a:r>
          </a:p>
          <a:p>
            <a:pPr marL="0" indent="0">
              <a:buNone/>
            </a:pPr>
            <a:r>
              <a:rPr lang="en-US" i="1">
                <a:latin typeface="Neue Haas Grotesk Text Pro" panose="020B0504020202020204" pitchFamily="34" charset="0"/>
              </a:rPr>
              <a:t>All body text in standard black</a:t>
            </a:r>
          </a:p>
          <a:p>
            <a:r>
              <a:rPr lang="en-CA">
                <a:latin typeface="Neue Haas Grotesk Text Pro" panose="020B0504020202020204" pitchFamily="34" charset="0"/>
              </a:rPr>
              <a:t>Blue (RGB: Red 0, Green 74, Blue 136) – Pantone 301 C</a:t>
            </a:r>
          </a:p>
          <a:p>
            <a:r>
              <a:rPr lang="en-CA">
                <a:latin typeface="Neue Haas Grotesk Text Pro" panose="020B0504020202020204" pitchFamily="34" charset="0"/>
              </a:rPr>
              <a:t>Grey (RGB: Red 152, Green 162, Blue 170) – Pantone 7543 C</a:t>
            </a:r>
          </a:p>
          <a:p>
            <a:r>
              <a:rPr lang="en-CA">
                <a:latin typeface="Neue Haas Grotesk Text Pro" panose="020B0504020202020204" pitchFamily="34" charset="0"/>
              </a:rPr>
              <a:t>Green (RBG: Red 120, Green 190, Blue 32) – Pantone 368 C</a:t>
            </a:r>
          </a:p>
          <a:p>
            <a:pPr marL="0" indent="0">
              <a:buNone/>
            </a:pPr>
            <a:endParaRPr lang="en-CA"/>
          </a:p>
          <a:p>
            <a:pPr marL="0" indent="0">
              <a:buNone/>
            </a:pPr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B0A20-E84C-5417-4FD2-A884C1346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592876"/>
            <a:ext cx="4829443" cy="158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696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6FF3-8AF9-711E-4A99-7AE466063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>
                <a:latin typeface="Neue Haas Grotesk Text Pro" panose="020B0504020202020204" pitchFamily="34" charset="0"/>
              </a:rPr>
              <a:t>Fonts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939AE-EBAC-3644-D8E0-449BA23FA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>
                <a:latin typeface="Neue Haas Grotesk Text Pro" panose="020B0504020202020204" pitchFamily="34" charset="0"/>
              </a:rPr>
              <a:t>New Haas Grotesk Text Pro</a:t>
            </a:r>
          </a:p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1866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D0E0C7-5F62-4A59-FB38-5C306F4C8C6A}"/>
              </a:ext>
            </a:extLst>
          </p:cNvPr>
          <p:cNvSpPr txBox="1"/>
          <p:nvPr/>
        </p:nvSpPr>
        <p:spPr>
          <a:xfrm>
            <a:off x="3050005" y="3244334"/>
            <a:ext cx="6100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F26EC6-521D-F004-9A8C-BA867631E9FC}"/>
              </a:ext>
            </a:extLst>
          </p:cNvPr>
          <p:cNvSpPr txBox="1"/>
          <p:nvPr/>
        </p:nvSpPr>
        <p:spPr>
          <a:xfrm>
            <a:off x="3046686" y="3244334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C4267-14DE-2ADC-88AA-2D1AFE6241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21" b="7521"/>
          <a:stretch/>
        </p:blipFill>
        <p:spPr>
          <a:xfrm>
            <a:off x="1030779" y="868680"/>
            <a:ext cx="7612753" cy="25268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DAE95A-B2AC-9A38-0F36-A44479B06D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39" t="7521" r="64442" b="24833"/>
          <a:stretch>
            <a:fillRect/>
          </a:stretch>
        </p:blipFill>
        <p:spPr>
          <a:xfrm>
            <a:off x="1679171" y="2966258"/>
            <a:ext cx="2128059" cy="203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39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0db5864-3fe0-4065-b9a4-e5b1c835c52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BB7F5811BF8459F784F59782CFC23" ma:contentTypeVersion="10" ma:contentTypeDescription="Create a new document." ma:contentTypeScope="" ma:versionID="57ba914267611f429194c47a7b4d41c0">
  <xsd:schema xmlns:xsd="http://www.w3.org/2001/XMLSchema" xmlns:xs="http://www.w3.org/2001/XMLSchema" xmlns:p="http://schemas.microsoft.com/office/2006/metadata/properties" xmlns:ns3="d0db5864-3fe0-4065-b9a4-e5b1c835c525" targetNamespace="http://schemas.microsoft.com/office/2006/metadata/properties" ma:root="true" ma:fieldsID="fc6a429b263e7b0595e28d8c7c47003b" ns3:_="">
    <xsd:import namespace="d0db5864-3fe0-4065-b9a4-e5b1c835c5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db5864-3fe0-4065-b9a4-e5b1c835c5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E1251D-B650-43DE-966E-59A7B94A46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58D81B-C240-4375-83AB-72B582295D40}">
  <ds:schemaRefs>
    <ds:schemaRef ds:uri="d0db5864-3fe0-4065-b9a4-e5b1c835c5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F8DDA09-1D6B-4009-A1D7-D31F76ACBBD9}">
  <ds:schemaRefs>
    <ds:schemaRef ds:uri="d0db5864-3fe0-4065-b9a4-e5b1c835c5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How to Apply Pantones as RGB</vt:lpstr>
      <vt:lpstr>Fonts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Brooke Moncrief</dc:creator>
  <cp:revision>4</cp:revision>
  <dcterms:created xsi:type="dcterms:W3CDTF">2026-04-01T15:44:19Z</dcterms:created>
  <dcterms:modified xsi:type="dcterms:W3CDTF">2026-04-09T15:45:05Z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0x01010064ABB7F5811BF8459F784F59782CFC23</vt:lpwstr>
  </property>
</Properties>
</file>